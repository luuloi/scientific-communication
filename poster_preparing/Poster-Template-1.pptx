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43891200" cy="32918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72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F54472-713C-4FBA-BF03-894E0780A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4CF219-BA00-4D54-9A27-62137161E6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48E83A-083C-431F-94E2-F930D843DF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72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712EC3B-C866-44B2-82CA-12C8BC50EF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530D6CE-082C-4725-94B5-12F57049FF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72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243520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099CA37-7F08-499D-B2A1-DBD1A476B6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D8EE01E-A247-495D-9FFC-C406600335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72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602D463-36CD-439B-99FC-2593F38D2C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3219CC-9FBB-4867-B458-FEF9744180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79E2E09-A859-4C8F-9466-4F013F3B4A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C0E67E8-A7A3-482C-B5D5-A25C9B3BDD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291840" y="5387400"/>
            <a:ext cx="37307160" cy="1146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389120">
              <a:lnSpc>
                <a:spcPct val="90000"/>
              </a:lnSpc>
              <a:buNone/>
            </a:pP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Cli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ck 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to 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ed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it 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as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te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r 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titl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e 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st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yl</a:t>
            </a: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e</a:t>
            </a:r>
            <a:endParaRPr b="0" lang="en-US" sz="28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F0F18AF1-B808-45F9-AED8-5099A340476F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017520" y="1752480"/>
            <a:ext cx="37855800" cy="63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017520" y="8763120"/>
            <a:ext cx="37855800" cy="208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F2F38484-DEFF-4DAF-AA1D-9D4D1F7D11AC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409640" y="1752480"/>
            <a:ext cx="9463680" cy="278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017520" y="1752480"/>
            <a:ext cx="27843120" cy="278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B2401678-35A0-4D14-A50E-1E6CE738AAE5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17520" y="1752480"/>
            <a:ext cx="37855800" cy="63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017520" y="8763120"/>
            <a:ext cx="37855800" cy="208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F1E77FB8-7AE9-46D2-B590-04303702719E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994840" y="8206920"/>
            <a:ext cx="37855800" cy="136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88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8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994840" y="22029480"/>
            <a:ext cx="37855800" cy="72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389120">
              <a:lnSpc>
                <a:spcPct val="90000"/>
              </a:lnSpc>
              <a:spcBef>
                <a:spcPts val="4799"/>
              </a:spcBef>
              <a:buNone/>
              <a:tabLst>
                <a:tab algn="l" pos="0"/>
              </a:tabLst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37AFA4C6-B942-4E66-8721-D3B93A58BFCE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17520" y="1752480"/>
            <a:ext cx="37855800" cy="63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017520" y="8763120"/>
            <a:ext cx="18653400" cy="208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22219920" y="8763120"/>
            <a:ext cx="18653400" cy="208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5E5AD2A7-A212-447A-8986-8AE55573E6AE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23280" y="1752480"/>
            <a:ext cx="37855800" cy="63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023280" y="8069760"/>
            <a:ext cx="18567720" cy="39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389120">
              <a:lnSpc>
                <a:spcPct val="90000"/>
              </a:lnSpc>
              <a:spcBef>
                <a:spcPts val="4799"/>
              </a:spcBef>
              <a:buNone/>
              <a:tabLst>
                <a:tab algn="l" pos="0"/>
              </a:tabLst>
            </a:pPr>
            <a:r>
              <a:rPr b="1" lang="en-US" sz="1152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023280" y="12024360"/>
            <a:ext cx="18567720" cy="176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22219920" y="8069760"/>
            <a:ext cx="18659160" cy="39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389120">
              <a:lnSpc>
                <a:spcPct val="90000"/>
              </a:lnSpc>
              <a:spcBef>
                <a:spcPts val="4799"/>
              </a:spcBef>
              <a:buNone/>
              <a:tabLst>
                <a:tab algn="l" pos="0"/>
              </a:tabLst>
            </a:pPr>
            <a:r>
              <a:rPr b="1" lang="en-US" sz="1152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22219920" y="12024360"/>
            <a:ext cx="18659160" cy="176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166CE17E-2013-4970-8978-F6DEE3CC4205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017520" y="1752480"/>
            <a:ext cx="37855800" cy="63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2112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2112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F8189F39-EE42-4EF7-9205-B67D3234AB5C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BACA26D3-D298-4D55-9F52-E2F06B7C855D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2194560" y="1313280"/>
            <a:ext cx="39501720" cy="54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726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72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64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864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023280" y="2194560"/>
            <a:ext cx="14155560" cy="76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1536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153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8659520" y="4739760"/>
            <a:ext cx="22219560" cy="2339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7280" indent="-1097280" defTabSz="4389120">
              <a:lnSpc>
                <a:spcPct val="90000"/>
              </a:lnSpc>
              <a:spcBef>
                <a:spcPts val="47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36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5360" spc="-1" strike="noStrike">
              <a:solidFill>
                <a:schemeClr val="dk1"/>
              </a:solidFill>
              <a:latin typeface="Calibri"/>
            </a:endParaRPr>
          </a:p>
          <a:p>
            <a:pPr lvl="1" marL="329184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39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3439" spc="-1" strike="noStrike">
              <a:solidFill>
                <a:schemeClr val="dk1"/>
              </a:solidFill>
              <a:latin typeface="Calibri"/>
            </a:endParaRPr>
          </a:p>
          <a:p>
            <a:pPr lvl="2" marL="548640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52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1520" spc="-1" strike="noStrike">
              <a:solidFill>
                <a:schemeClr val="dk1"/>
              </a:solidFill>
              <a:latin typeface="Calibri"/>
            </a:endParaRPr>
          </a:p>
          <a:p>
            <a:pPr lvl="3" marL="768096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  <a:p>
            <a:pPr lvl="4" marL="9875520" indent="-1097280" defTabSz="4389120">
              <a:lnSpc>
                <a:spcPct val="90000"/>
              </a:lnSpc>
              <a:spcBef>
                <a:spcPts val="24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9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9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023280" y="9875520"/>
            <a:ext cx="14155560" cy="182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389120">
              <a:lnSpc>
                <a:spcPct val="90000"/>
              </a:lnSpc>
              <a:spcBef>
                <a:spcPts val="4799"/>
              </a:spcBef>
              <a:buNone/>
              <a:tabLst>
                <a:tab algn="l" pos="0"/>
              </a:tabLst>
            </a:pPr>
            <a:r>
              <a:rPr b="0" lang="en-US" sz="768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768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D0F76CE0-D884-448D-BC39-3E04B00B05A7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023280" y="2194560"/>
            <a:ext cx="14155560" cy="768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389120">
              <a:lnSpc>
                <a:spcPct val="90000"/>
              </a:lnSpc>
              <a:buNone/>
            </a:pPr>
            <a:r>
              <a:rPr b="0" lang="en-US" sz="1536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153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8659520" y="4739760"/>
            <a:ext cx="22219560" cy="2339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8676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360" spc="-1" strike="noStrike">
                <a:solidFill>
                  <a:schemeClr val="dk1"/>
                </a:solidFill>
                <a:latin typeface="Calibri"/>
              </a:rPr>
              <a:t>Click icon to add picture</a:t>
            </a:r>
            <a:endParaRPr b="0" lang="en-US" sz="153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3023280" y="9875520"/>
            <a:ext cx="14155560" cy="182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389120">
              <a:lnSpc>
                <a:spcPct val="90000"/>
              </a:lnSpc>
              <a:spcBef>
                <a:spcPts val="4799"/>
              </a:spcBef>
              <a:buNone/>
              <a:tabLst>
                <a:tab algn="l" pos="0"/>
              </a:tabLst>
            </a:pPr>
            <a:r>
              <a:rPr b="0" lang="en-US" sz="768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768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301752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3686760">
              <a:lnSpc>
                <a:spcPct val="100000"/>
              </a:lnSpc>
              <a:buNone/>
            </a:pPr>
            <a:r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14538960" y="30510360"/>
            <a:ext cx="1481292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30998160" y="30510360"/>
            <a:ext cx="987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3686760">
              <a:lnSpc>
                <a:spcPct val="100000"/>
              </a:lnSpc>
              <a:buNone/>
              <a:def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3686760">
              <a:lnSpc>
                <a:spcPct val="100000"/>
              </a:lnSpc>
              <a:buNone/>
            </a:pPr>
            <a:fld id="{DD6330A3-0D00-49EE-8EB1-B6C20BC1A4D1}" type="slidenum">
              <a:rPr b="0" lang="en-US" sz="576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57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4400" y="6770160"/>
            <a:ext cx="982944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endParaRPr b="0" lang="en-US" sz="29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1010520" y="6932880"/>
            <a:ext cx="982944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  <a:ea typeface="ＭＳ Ｐゴシック"/>
              </a:rPr>
              <a:t>Introduction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1081440" y="22052520"/>
            <a:ext cx="982944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</a:rPr>
              <a:t>Methods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10"/>
          <p:cNvSpPr/>
          <p:nvPr/>
        </p:nvSpPr>
        <p:spPr>
          <a:xfrm>
            <a:off x="17658000" y="15171120"/>
            <a:ext cx="248760" cy="1147320"/>
          </a:xfrm>
          <a:custGeom>
            <a:avLst/>
            <a:gdLst>
              <a:gd name="textAreaLeft" fmla="*/ 0 w 248760"/>
              <a:gd name="textAreaRight" fmla="*/ 249120 w 248760"/>
              <a:gd name="textAreaTop" fmla="*/ 0 h 1147320"/>
              <a:gd name="textAreaBottom" fmla="*/ 1147680 h 1147320"/>
            </a:gdLst>
            <a:ahLst/>
            <a:rect l="textAreaLeft" t="textAreaTop" r="textAreaRight" b="textAreaBottom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686760">
              <a:lnSpc>
                <a:spcPct val="100000"/>
              </a:lnSpc>
            </a:pPr>
            <a:endParaRPr b="0" lang="en-US" sz="726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Freeform 11"/>
          <p:cNvSpPr/>
          <p:nvPr/>
        </p:nvSpPr>
        <p:spPr>
          <a:xfrm rot="10800000">
            <a:off x="19982520" y="15189120"/>
            <a:ext cx="248760" cy="1147320"/>
          </a:xfrm>
          <a:custGeom>
            <a:avLst/>
            <a:gdLst>
              <a:gd name="textAreaLeft" fmla="*/ 0 w 248760"/>
              <a:gd name="textAreaRight" fmla="*/ 249120 w 248760"/>
              <a:gd name="textAreaTop" fmla="*/ 0 h 1147320"/>
              <a:gd name="textAreaBottom" fmla="*/ 1147680 h 1147320"/>
            </a:gdLst>
            <a:ahLst/>
            <a:rect l="textAreaLeft" t="textAreaTop" r="textAreaRight" b="textAreaBottom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686760">
              <a:lnSpc>
                <a:spcPct val="100000"/>
              </a:lnSpc>
            </a:pPr>
            <a:endParaRPr b="0" lang="en-US" sz="726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64"/>
          <p:cNvSpPr/>
          <p:nvPr/>
        </p:nvSpPr>
        <p:spPr>
          <a:xfrm>
            <a:off x="17913600" y="15261480"/>
            <a:ext cx="2619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  <a:ea typeface="Arial"/>
              </a:rPr>
              <a:t>Figure A: neque dignissim, and in aliquet nisl et umis.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11628360" y="6932880"/>
            <a:ext cx="982944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</a:rPr>
              <a:t>Data Analysis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33193440" y="27295560"/>
            <a:ext cx="9737280" cy="57240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3801"/>
              </a:lnSpc>
              <a:spcAft>
                <a:spcPts val="1199"/>
              </a:spcAft>
            </a:pPr>
            <a:r>
              <a:rPr b="0" lang="en-US" sz="4800" spc="-1" strike="noStrike">
                <a:solidFill>
                  <a:srgbClr val="c00000"/>
                </a:solidFill>
                <a:latin typeface="Calibri Light"/>
              </a:rPr>
              <a:t>References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Straight Connector 23"/>
          <p:cNvCxnSpPr/>
          <p:nvPr/>
        </p:nvCxnSpPr>
        <p:spPr>
          <a:xfrm>
            <a:off x="946080" y="13476960"/>
            <a:ext cx="958968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cxnSp>
        <p:nvCxnSpPr>
          <p:cNvPr id="76" name="Straight Connector 24"/>
          <p:cNvCxnSpPr/>
          <p:nvPr/>
        </p:nvCxnSpPr>
        <p:spPr>
          <a:xfrm>
            <a:off x="11658600" y="18745560"/>
            <a:ext cx="97844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cxnSp>
        <p:nvCxnSpPr>
          <p:cNvPr id="77" name="Straight Connector 25"/>
          <p:cNvCxnSpPr/>
          <p:nvPr/>
        </p:nvCxnSpPr>
        <p:spPr>
          <a:xfrm>
            <a:off x="11658600" y="24147720"/>
            <a:ext cx="983016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cxnSp>
        <p:nvCxnSpPr>
          <p:cNvPr id="78" name="Straight Connector 26"/>
          <p:cNvCxnSpPr/>
          <p:nvPr/>
        </p:nvCxnSpPr>
        <p:spPr>
          <a:xfrm>
            <a:off x="22553640" y="14303520"/>
            <a:ext cx="97844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sp>
        <p:nvSpPr>
          <p:cNvPr id="79" name="TextBox 28"/>
          <p:cNvSpPr/>
          <p:nvPr/>
        </p:nvSpPr>
        <p:spPr>
          <a:xfrm>
            <a:off x="35561160" y="18503640"/>
            <a:ext cx="979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1" lang="en-US" sz="4800" spc="-1" strike="noStrike">
                <a:solidFill>
                  <a:srgbClr val="005bbb"/>
                </a:solidFill>
                <a:latin typeface="Calibri"/>
              </a:rPr>
              <a:t>Graphic Elements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9"/>
          <p:cNvSpPr/>
          <p:nvPr/>
        </p:nvSpPr>
        <p:spPr>
          <a:xfrm>
            <a:off x="22291920" y="6819840"/>
            <a:ext cx="978372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</a:rPr>
              <a:t>Results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" name="Straight Connector 30"/>
          <p:cNvCxnSpPr/>
          <p:nvPr/>
        </p:nvCxnSpPr>
        <p:spPr>
          <a:xfrm>
            <a:off x="33147000" y="23033880"/>
            <a:ext cx="97844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sp>
        <p:nvSpPr>
          <p:cNvPr id="82" name="TextBox 31"/>
          <p:cNvSpPr/>
          <p:nvPr/>
        </p:nvSpPr>
        <p:spPr>
          <a:xfrm>
            <a:off x="33146280" y="6932880"/>
            <a:ext cx="982944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</a:rPr>
              <a:t>Conclusions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3" name="Straight Connector 32"/>
          <p:cNvCxnSpPr/>
          <p:nvPr/>
        </p:nvCxnSpPr>
        <p:spPr>
          <a:xfrm>
            <a:off x="33193440" y="14197320"/>
            <a:ext cx="978444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cxnSp>
        <p:nvCxnSpPr>
          <p:cNvPr id="84" name="Straight Connector 76"/>
          <p:cNvCxnSpPr/>
          <p:nvPr/>
        </p:nvCxnSpPr>
        <p:spPr>
          <a:xfrm>
            <a:off x="16640640" y="19222920"/>
            <a:ext cx="360" cy="446652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sp>
        <p:nvSpPr>
          <p:cNvPr id="85" name="Rectangle 77"/>
          <p:cNvSpPr/>
          <p:nvPr/>
        </p:nvSpPr>
        <p:spPr>
          <a:xfrm>
            <a:off x="33196320" y="30840480"/>
            <a:ext cx="9780120" cy="14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3686760">
              <a:lnSpc>
                <a:spcPct val="100000"/>
              </a:lnSpc>
              <a:spcAft>
                <a:spcPts val="799"/>
              </a:spcAft>
            </a:pPr>
            <a:r>
              <a:rPr b="0" lang="en-US" sz="2800" spc="-1" strike="noStrike">
                <a:solidFill>
                  <a:schemeClr val="lt1"/>
                </a:solidFill>
                <a:latin typeface="Calibri"/>
                <a:ea typeface="Arial"/>
              </a:rPr>
              <a:t>Department of Geography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  <a:spcAft>
                <a:spcPts val="79"/>
              </a:spcAft>
            </a:pPr>
            <a:r>
              <a:rPr b="1" lang="en-US" sz="3400" spc="-1" strike="noStrike">
                <a:solidFill>
                  <a:schemeClr val="lt1"/>
                </a:solidFill>
                <a:latin typeface="Calibri"/>
                <a:ea typeface="Arial"/>
              </a:rPr>
              <a:t>buffalo.edu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  <a:spcAft>
                <a:spcPts val="79"/>
              </a:spcAf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5"/>
          <p:cNvSpPr/>
          <p:nvPr/>
        </p:nvSpPr>
        <p:spPr>
          <a:xfrm>
            <a:off x="1000080" y="1550520"/>
            <a:ext cx="41223960" cy="31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anchor="t">
            <a:spAutoFit/>
          </a:bodyPr>
          <a:p>
            <a:pPr defTabSz="3686760">
              <a:lnSpc>
                <a:spcPct val="100000"/>
              </a:lnSpc>
            </a:pPr>
            <a:r>
              <a:rPr b="0" lang="en-US" sz="8800" spc="-1" strike="noStrike">
                <a:solidFill>
                  <a:srgbClr val="ffffff"/>
                </a:solidFill>
                <a:latin typeface="Calibri"/>
                <a:ea typeface="Arial"/>
              </a:rPr>
              <a:t>ADEMIC RESEARCH POSTER TEMPLATE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  <a:spcBef>
                <a:spcPts val="601"/>
              </a:spcBef>
              <a:spcAft>
                <a:spcPts val="1800"/>
              </a:spcAf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  <a:ea typeface="Arial"/>
              </a:rPr>
              <a:t>Subtitle for Academic Research Poster (48x36 inches)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  <a:spcBef>
                <a:spcPts val="1800"/>
              </a:spcBef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Arial"/>
              </a:rPr>
              <a:t>Your names and the names of the people who contributed to this 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79"/>
          <p:cNvSpPr/>
          <p:nvPr/>
        </p:nvSpPr>
        <p:spPr>
          <a:xfrm>
            <a:off x="0" y="-64080"/>
            <a:ext cx="43890840" cy="56941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3686760">
              <a:lnSpc>
                <a:spcPct val="100000"/>
              </a:lnSpc>
            </a:pPr>
            <a:r>
              <a:rPr b="0" lang="en-US" sz="9600" spc="-1" strike="noStrike">
                <a:solidFill>
                  <a:schemeClr val="lt1"/>
                </a:solidFill>
                <a:latin typeface="Calibri"/>
              </a:rPr>
              <a:t> 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</a:pPr>
            <a:r>
              <a:rPr b="0" lang="en-US" sz="96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9600" spc="-1" strike="noStrike">
                <a:solidFill>
                  <a:srgbClr val="c00000"/>
                </a:solidFill>
                <a:latin typeface="Calibri"/>
              </a:rPr>
              <a:t>TITLE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</a:pPr>
            <a:r>
              <a:rPr b="1" lang="en-US" sz="96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, 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, 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, 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, 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1" lang="en-US" sz="6600" spc="-1" strike="noStrike">
                <a:solidFill>
                  <a:schemeClr val="dk1"/>
                </a:solidFill>
                <a:latin typeface="Calibri"/>
              </a:rPr>
              <a:t>, Author</a:t>
            </a:r>
            <a:r>
              <a:rPr b="1" lang="en-US" sz="66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  <a:p>
            <a:pPr defTabSz="3686760">
              <a:lnSpc>
                <a:spcPct val="100000"/>
              </a:lnSpc>
            </a:pPr>
            <a:r>
              <a:rPr b="0" lang="en-US" sz="4800" spc="-1" strike="noStrike" baseline="30000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4800" spc="-1" strike="noStrike" baseline="30000">
                <a:solidFill>
                  <a:schemeClr val="dk1"/>
                </a:solidFill>
                <a:latin typeface="Calibri"/>
              </a:rPr>
              <a:t>1</a:t>
            </a: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Department of XXXXXX, Research Mentors: NAME PROFESSOR(S) AND GRADUATE STUDENTS HERE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80"/>
          <p:cNvSpPr/>
          <p:nvPr/>
        </p:nvSpPr>
        <p:spPr>
          <a:xfrm>
            <a:off x="0" y="5596200"/>
            <a:ext cx="43890840" cy="372240"/>
          </a:xfrm>
          <a:prstGeom prst="rect">
            <a:avLst/>
          </a:prstGeom>
          <a:solidFill>
            <a:srgbClr val="bf19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3686760">
              <a:lnSpc>
                <a:spcPct val="100000"/>
              </a:lnSpc>
            </a:pPr>
            <a:endParaRPr b="0" lang="en-US" sz="726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81"/>
          <p:cNvSpPr/>
          <p:nvPr/>
        </p:nvSpPr>
        <p:spPr>
          <a:xfrm>
            <a:off x="0" y="30619800"/>
            <a:ext cx="43890840" cy="2264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3686760">
              <a:lnSpc>
                <a:spcPct val="100000"/>
              </a:lnSpc>
            </a:pPr>
            <a:endParaRPr b="0" lang="en-US" sz="96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83"/>
          <p:cNvSpPr/>
          <p:nvPr/>
        </p:nvSpPr>
        <p:spPr>
          <a:xfrm>
            <a:off x="1026360" y="14339880"/>
            <a:ext cx="9829440" cy="67392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4601"/>
              </a:lnSpc>
              <a:spcAft>
                <a:spcPts val="1199"/>
              </a:spcAft>
            </a:pPr>
            <a:r>
              <a:rPr b="1" lang="en-US" sz="4800" spc="-1" strike="noStrike">
                <a:solidFill>
                  <a:srgbClr val="c00000"/>
                </a:solidFill>
                <a:latin typeface="Calibri Light"/>
              </a:rPr>
              <a:t>Key findings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Straight Connector 86"/>
          <p:cNvCxnSpPr/>
          <p:nvPr/>
        </p:nvCxnSpPr>
        <p:spPr>
          <a:xfrm>
            <a:off x="914400" y="21371040"/>
            <a:ext cx="9589680" cy="360"/>
          </a:xfrm>
          <a:prstGeom prst="straightConnector1">
            <a:avLst/>
          </a:prstGeom>
          <a:ln w="25400">
            <a:solidFill>
              <a:srgbClr val="000000"/>
            </a:solidFill>
            <a:prstDash val="dash"/>
            <a:round/>
          </a:ln>
        </p:spPr>
      </p:cxnSp>
      <p:sp>
        <p:nvSpPr>
          <p:cNvPr id="92" name="TextBox 84"/>
          <p:cNvSpPr/>
          <p:nvPr/>
        </p:nvSpPr>
        <p:spPr>
          <a:xfrm>
            <a:off x="13914000" y="12460680"/>
            <a:ext cx="979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1" lang="en-US" sz="4800" spc="-1" strike="noStrike">
                <a:solidFill>
                  <a:srgbClr val="005bbb"/>
                </a:solidFill>
                <a:latin typeface="Calibri"/>
              </a:rPr>
              <a:t>Graphic Elements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89"/>
          <p:cNvSpPr/>
          <p:nvPr/>
        </p:nvSpPr>
        <p:spPr>
          <a:xfrm>
            <a:off x="17658000" y="21171600"/>
            <a:ext cx="979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1" lang="en-US" sz="4800" spc="-1" strike="noStrike">
                <a:solidFill>
                  <a:srgbClr val="005bbb"/>
                </a:solidFill>
                <a:latin typeface="Calibri"/>
              </a:rPr>
              <a:t>Graphic Elements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90"/>
          <p:cNvSpPr/>
          <p:nvPr/>
        </p:nvSpPr>
        <p:spPr>
          <a:xfrm>
            <a:off x="11521080" y="21147120"/>
            <a:ext cx="979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1" lang="en-US" sz="4800" spc="-1" strike="noStrike">
                <a:solidFill>
                  <a:srgbClr val="005bbb"/>
                </a:solidFill>
                <a:latin typeface="Calibri"/>
              </a:rPr>
              <a:t>Graphic Elements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2"/>
          <p:cNvSpPr/>
          <p:nvPr/>
        </p:nvSpPr>
        <p:spPr>
          <a:xfrm>
            <a:off x="24800040" y="18488520"/>
            <a:ext cx="979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ct val="100000"/>
              </a:lnSpc>
            </a:pPr>
            <a:r>
              <a:rPr b="1" lang="en-US" sz="4800" spc="-1" strike="noStrike">
                <a:solidFill>
                  <a:srgbClr val="005bbb"/>
                </a:solidFill>
                <a:latin typeface="Calibri"/>
              </a:rPr>
              <a:t>Graphic Elements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93"/>
          <p:cNvSpPr/>
          <p:nvPr/>
        </p:nvSpPr>
        <p:spPr>
          <a:xfrm>
            <a:off x="33146280" y="23839920"/>
            <a:ext cx="9737280" cy="572400"/>
          </a:xfrm>
          <a:prstGeom prst="rect">
            <a:avLst/>
          </a:prstGeom>
          <a:solidFill>
            <a:schemeClr val="bg1">
              <a:alpha val="6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86760">
              <a:lnSpc>
                <a:spcPts val="3801"/>
              </a:lnSpc>
              <a:spcAft>
                <a:spcPts val="1199"/>
              </a:spcAft>
            </a:pPr>
            <a:r>
              <a:rPr b="0" lang="en-US" sz="4800" spc="-1" strike="noStrike">
                <a:solidFill>
                  <a:srgbClr val="c00000"/>
                </a:solidFill>
                <a:latin typeface="Calibri Light"/>
                <a:ea typeface="Arial"/>
              </a:rPr>
              <a:t>Acknowledgements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Application>LibreOffice/24.2.7.2$Linux_X86_64 LibreOffice_project/420$Build-2</Application>
  <AppVersion>15.0000</AppVersion>
  <Words>102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2019-03-25T17:38:57Z</dcterms:created>
  <dc:creator>Lisa Davis</dc:creator>
  <dc:description/>
  <dc:language>en-US</dc:language>
  <cp:lastModifiedBy/>
  <dcterms:modified xsi:type="dcterms:W3CDTF">2025-10-05T08:45:54Z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